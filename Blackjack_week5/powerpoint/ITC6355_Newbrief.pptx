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A24658-1EB2-44BC-B650-5D57B2F0CE0C}" v="6" dt="2026-06-25T09:20:44.3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3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-Chen Wang" userId="ef6934209cb5b206" providerId="LiveId" clId="{006A2445-4EEE-4E5D-A419-D5D15E92532A}"/>
    <pc:docChg chg="undo custSel addSld modSld">
      <pc:chgData name="Wei-Chen Wang" userId="ef6934209cb5b206" providerId="LiveId" clId="{006A2445-4EEE-4E5D-A419-D5D15E92532A}" dt="2026-06-25T21:31:54.299" v="48" actId="22"/>
      <pc:docMkLst>
        <pc:docMk/>
      </pc:docMkLst>
      <pc:sldChg chg="addSp modSp new mod">
        <pc:chgData name="Wei-Chen Wang" userId="ef6934209cb5b206" providerId="LiveId" clId="{006A2445-4EEE-4E5D-A419-D5D15E92532A}" dt="2026-06-25T09:20:31.490" v="3" actId="14100"/>
        <pc:sldMkLst>
          <pc:docMk/>
          <pc:sldMk cId="1821440118" sldId="256"/>
        </pc:sldMkLst>
        <pc:picChg chg="add mod">
          <ac:chgData name="Wei-Chen Wang" userId="ef6934209cb5b206" providerId="LiveId" clId="{006A2445-4EEE-4E5D-A419-D5D15E92532A}" dt="2026-06-25T09:20:31.490" v="3" actId="14100"/>
          <ac:picMkLst>
            <pc:docMk/>
            <pc:sldMk cId="1821440118" sldId="256"/>
            <ac:picMk id="5" creationId="{C3B3C951-C117-5B0D-EC6E-6414FFCC3F68}"/>
          </ac:picMkLst>
        </pc:picChg>
      </pc:sldChg>
      <pc:sldChg chg="addSp modSp new mod">
        <pc:chgData name="Wei-Chen Wang" userId="ef6934209cb5b206" providerId="LiveId" clId="{006A2445-4EEE-4E5D-A419-D5D15E92532A}" dt="2026-06-25T09:21:03.094" v="13" actId="14100"/>
        <pc:sldMkLst>
          <pc:docMk/>
          <pc:sldMk cId="2854667003" sldId="257"/>
        </pc:sldMkLst>
        <pc:picChg chg="add mod">
          <ac:chgData name="Wei-Chen Wang" userId="ef6934209cb5b206" providerId="LiveId" clId="{006A2445-4EEE-4E5D-A419-D5D15E92532A}" dt="2026-06-25T09:21:03.094" v="13" actId="14100"/>
          <ac:picMkLst>
            <pc:docMk/>
            <pc:sldMk cId="2854667003" sldId="257"/>
            <ac:picMk id="5" creationId="{D8F6C69F-84A5-ED1E-BDE2-A996FC25A328}"/>
          </ac:picMkLst>
        </pc:picChg>
      </pc:sldChg>
      <pc:sldChg chg="addSp modSp add mod">
        <pc:chgData name="Wei-Chen Wang" userId="ef6934209cb5b206" providerId="LiveId" clId="{006A2445-4EEE-4E5D-A419-D5D15E92532A}" dt="2026-06-25T09:21:25.297" v="16" actId="14100"/>
        <pc:sldMkLst>
          <pc:docMk/>
          <pc:sldMk cId="2873781581" sldId="258"/>
        </pc:sldMkLst>
        <pc:picChg chg="add mod">
          <ac:chgData name="Wei-Chen Wang" userId="ef6934209cb5b206" providerId="LiveId" clId="{006A2445-4EEE-4E5D-A419-D5D15E92532A}" dt="2026-06-25T09:21:25.297" v="16" actId="14100"/>
          <ac:picMkLst>
            <pc:docMk/>
            <pc:sldMk cId="2873781581" sldId="258"/>
            <ac:picMk id="5" creationId="{1402305D-870F-A608-C9E6-4176174E8E3F}"/>
          </ac:picMkLst>
        </pc:picChg>
      </pc:sldChg>
      <pc:sldChg chg="addSp delSp modSp add mod">
        <pc:chgData name="Wei-Chen Wang" userId="ef6934209cb5b206" providerId="LiveId" clId="{006A2445-4EEE-4E5D-A419-D5D15E92532A}" dt="2026-06-25T21:31:31.130" v="46" actId="22"/>
        <pc:sldMkLst>
          <pc:docMk/>
          <pc:sldMk cId="2856395222" sldId="259"/>
        </pc:sldMkLst>
        <pc:picChg chg="add del mod">
          <ac:chgData name="Wei-Chen Wang" userId="ef6934209cb5b206" providerId="LiveId" clId="{006A2445-4EEE-4E5D-A419-D5D15E92532A}" dt="2026-06-25T21:31:16.347" v="43" actId="478"/>
          <ac:picMkLst>
            <pc:docMk/>
            <pc:sldMk cId="2856395222" sldId="259"/>
            <ac:picMk id="5" creationId="{A6E86680-C4BD-0E8C-33A3-D49687EAB2FB}"/>
          </ac:picMkLst>
        </pc:picChg>
        <pc:picChg chg="add">
          <ac:chgData name="Wei-Chen Wang" userId="ef6934209cb5b206" providerId="LiveId" clId="{006A2445-4EEE-4E5D-A419-D5D15E92532A}" dt="2026-06-25T21:31:31.130" v="46" actId="22"/>
          <ac:picMkLst>
            <pc:docMk/>
            <pc:sldMk cId="2856395222" sldId="259"/>
            <ac:picMk id="6" creationId="{67D175C6-0DAC-9C02-EC04-6ADC0E74E8F8}"/>
          </ac:picMkLst>
        </pc:picChg>
      </pc:sldChg>
      <pc:sldChg chg="addSp delSp modSp add mod">
        <pc:chgData name="Wei-Chen Wang" userId="ef6934209cb5b206" providerId="LiveId" clId="{006A2445-4EEE-4E5D-A419-D5D15E92532A}" dt="2026-06-25T21:31:43.136" v="47" actId="22"/>
        <pc:sldMkLst>
          <pc:docMk/>
          <pc:sldMk cId="130697734" sldId="260"/>
        </pc:sldMkLst>
        <pc:picChg chg="add del mod">
          <ac:chgData name="Wei-Chen Wang" userId="ef6934209cb5b206" providerId="LiveId" clId="{006A2445-4EEE-4E5D-A419-D5D15E92532A}" dt="2026-06-25T21:31:17.871" v="44" actId="478"/>
          <ac:picMkLst>
            <pc:docMk/>
            <pc:sldMk cId="130697734" sldId="260"/>
            <ac:picMk id="5" creationId="{2B7C8971-D859-19BF-AD6A-D538D5A4BFDC}"/>
          </ac:picMkLst>
        </pc:picChg>
        <pc:picChg chg="add">
          <ac:chgData name="Wei-Chen Wang" userId="ef6934209cb5b206" providerId="LiveId" clId="{006A2445-4EEE-4E5D-A419-D5D15E92532A}" dt="2026-06-25T21:31:43.136" v="47" actId="22"/>
          <ac:picMkLst>
            <pc:docMk/>
            <pc:sldMk cId="130697734" sldId="260"/>
            <ac:picMk id="6" creationId="{6C99617D-92FD-8B93-D893-8E4C921E4679}"/>
          </ac:picMkLst>
        </pc:picChg>
      </pc:sldChg>
      <pc:sldChg chg="addSp delSp modSp add mod">
        <pc:chgData name="Wei-Chen Wang" userId="ef6934209cb5b206" providerId="LiveId" clId="{006A2445-4EEE-4E5D-A419-D5D15E92532A}" dt="2026-06-25T21:31:54.299" v="48" actId="22"/>
        <pc:sldMkLst>
          <pc:docMk/>
          <pc:sldMk cId="556754781" sldId="261"/>
        </pc:sldMkLst>
        <pc:picChg chg="add del mod">
          <ac:chgData name="Wei-Chen Wang" userId="ef6934209cb5b206" providerId="LiveId" clId="{006A2445-4EEE-4E5D-A419-D5D15E92532A}" dt="2026-06-25T21:31:19.110" v="45" actId="478"/>
          <ac:picMkLst>
            <pc:docMk/>
            <pc:sldMk cId="556754781" sldId="261"/>
            <ac:picMk id="5" creationId="{E2980028-C26A-A430-9959-C94CB1961D81}"/>
          </ac:picMkLst>
        </pc:picChg>
        <pc:picChg chg="add">
          <ac:chgData name="Wei-Chen Wang" userId="ef6934209cb5b206" providerId="LiveId" clId="{006A2445-4EEE-4E5D-A419-D5D15E92532A}" dt="2026-06-25T21:31:54.299" v="48" actId="22"/>
          <ac:picMkLst>
            <pc:docMk/>
            <pc:sldMk cId="556754781" sldId="261"/>
            <ac:picMk id="6" creationId="{2C80FC5A-F549-3D42-53CE-4414101E65E6}"/>
          </ac:picMkLst>
        </pc:picChg>
      </pc:sldChg>
      <pc:sldChg chg="addSp modSp add mod">
        <pc:chgData name="Wei-Chen Wang" userId="ef6934209cb5b206" providerId="LiveId" clId="{006A2445-4EEE-4E5D-A419-D5D15E92532A}" dt="2026-06-25T09:22:53.244" v="31" actId="14100"/>
        <pc:sldMkLst>
          <pc:docMk/>
          <pc:sldMk cId="3127517274" sldId="262"/>
        </pc:sldMkLst>
        <pc:picChg chg="add mod">
          <ac:chgData name="Wei-Chen Wang" userId="ef6934209cb5b206" providerId="LiveId" clId="{006A2445-4EEE-4E5D-A419-D5D15E92532A}" dt="2026-06-25T09:22:53.244" v="31" actId="14100"/>
          <ac:picMkLst>
            <pc:docMk/>
            <pc:sldMk cId="3127517274" sldId="262"/>
            <ac:picMk id="5" creationId="{B3CA649F-55AD-A5D9-CB17-67B72ABA9DA5}"/>
          </ac:picMkLst>
        </pc:picChg>
      </pc:sldChg>
      <pc:sldChg chg="addSp delSp modSp add mod">
        <pc:chgData name="Wei-Chen Wang" userId="ef6934209cb5b206" providerId="LiveId" clId="{006A2445-4EEE-4E5D-A419-D5D15E92532A}" dt="2026-06-25T09:23:28.625" v="37" actId="22"/>
        <pc:sldMkLst>
          <pc:docMk/>
          <pc:sldMk cId="119043376" sldId="263"/>
        </pc:sldMkLst>
        <pc:picChg chg="add mod">
          <ac:chgData name="Wei-Chen Wang" userId="ef6934209cb5b206" providerId="LiveId" clId="{006A2445-4EEE-4E5D-A419-D5D15E92532A}" dt="2026-06-25T09:23:21.427" v="35" actId="14100"/>
          <ac:picMkLst>
            <pc:docMk/>
            <pc:sldMk cId="119043376" sldId="263"/>
            <ac:picMk id="5" creationId="{FE8F0829-D9EE-A43B-D889-C7F32F7750BB}"/>
          </ac:picMkLst>
        </pc:picChg>
        <pc:picChg chg="add del">
          <ac:chgData name="Wei-Chen Wang" userId="ef6934209cb5b206" providerId="LiveId" clId="{006A2445-4EEE-4E5D-A419-D5D15E92532A}" dt="2026-06-25T09:23:28.625" v="37" actId="22"/>
          <ac:picMkLst>
            <pc:docMk/>
            <pc:sldMk cId="119043376" sldId="263"/>
            <ac:picMk id="7" creationId="{2F24143E-278F-996D-FA29-4560A276FBC9}"/>
          </ac:picMkLst>
        </pc:picChg>
      </pc:sldChg>
      <pc:sldChg chg="addSp modSp new mod">
        <pc:chgData name="Wei-Chen Wang" userId="ef6934209cb5b206" providerId="LiveId" clId="{006A2445-4EEE-4E5D-A419-D5D15E92532A}" dt="2026-06-25T09:23:49.370" v="42" actId="14100"/>
        <pc:sldMkLst>
          <pc:docMk/>
          <pc:sldMk cId="2756831659" sldId="264"/>
        </pc:sldMkLst>
        <pc:picChg chg="add mod">
          <ac:chgData name="Wei-Chen Wang" userId="ef6934209cb5b206" providerId="LiveId" clId="{006A2445-4EEE-4E5D-A419-D5D15E92532A}" dt="2026-06-25T09:23:49.370" v="42" actId="14100"/>
          <ac:picMkLst>
            <pc:docMk/>
            <pc:sldMk cId="2756831659" sldId="264"/>
            <ac:picMk id="5" creationId="{B9AFFAB0-A3A2-9424-0D1F-43BFF19012A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0670-7FFB-4D05-2378-4C764B964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A3BFB-C4C5-CD87-E248-38A349171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1A490-C742-EB4D-6B0D-D7D6AFD2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D19-ACEE-4404-B3A5-AA135F29F23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C8CBC-9EF2-9274-FCC6-F3423299B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090B1-6A09-1A90-E82B-3CB543798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D0B-48C8-4E65-8467-A8004F97B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187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9404-E204-7C31-5304-AF7C70A3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B55C3-615E-9FE8-385A-90E77DDA5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09B0E-72A5-5950-FC65-1C16508A0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D19-ACEE-4404-B3A5-AA135F29F23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C131D-87DE-4174-FB4D-C2C9554E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66E9F-ED5A-688D-3CE7-A1C278106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D0B-48C8-4E65-8467-A8004F97B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98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F9133-E11D-9B5D-74BE-335ADB2C1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530D8-88AB-550E-0CF1-DC777EFEE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4487C-BB9F-6DA8-CBE7-5207ADE1F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D19-ACEE-4404-B3A5-AA135F29F23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51B2D-A7FA-C625-6D91-43A3ED5B7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A3B3C-57A7-D89B-AFAC-5472B4589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D0B-48C8-4E65-8467-A8004F97B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57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C741-A7D3-A885-A151-5469D212E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BD5C8-ADE6-13B6-D7F9-6DD0E8E32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4372D-3983-C326-FF96-2B7F5DFC3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97368-07F2-9A64-4B75-CF7CCB219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D19-ACEE-4404-B3A5-AA135F29F23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090D7E-0C9E-6206-307D-A6BDC8EA3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BC470-5AA6-9DBE-C09A-C1BDB538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D0B-48C8-4E65-8467-A8004F97B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78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6CD4-1739-7C6E-7E6F-2F45296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22DAA-E0E8-D000-E06D-8D3D8332E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1ACE5-2308-B515-F7DC-00551E7C6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FBE4A3-949F-DC49-9179-2063F13AD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70234F-7740-6BCB-59E8-00071B1D2E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F235B9-0B34-9851-04C2-E89181A7A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D19-ACEE-4404-B3A5-AA135F29F23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211618-4BEF-13E2-55BA-73FA6F1A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5C9AE5-37E7-5061-CDC1-E67164B5B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D0B-48C8-4E65-8467-A8004F97B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88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FEA03-E8B4-044E-9A6A-86E519057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15C8E-F626-186B-6234-1BAD1B82C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D19-ACEE-4404-B3A5-AA135F29F23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7509E7-E380-3BB0-F372-F1CFF9D6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AC44C-870D-0733-8FE7-9F3A969A5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D0B-48C8-4E65-8467-A8004F97B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0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50327E-74DC-66E9-AED4-35983A77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D19-ACEE-4404-B3A5-AA135F29F23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71AE14-F3BF-056D-603F-EF0F72E04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7A9B86-D5E9-A3A6-6F25-C145148A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D0B-48C8-4E65-8467-A8004F97B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13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5D5E3-ECCA-E111-DE09-A61E8C7C3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7375C-804B-8015-6977-E6B0FDCC9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161A8-95D1-2F54-E699-1987695AB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445997-6A01-C7F6-5369-DA2EF92EA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D19-ACEE-4404-B3A5-AA135F29F23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F2A29-2FEC-CE53-F2CD-0BA52FAB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1C1EC-3310-EC60-F21E-7101E31EC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D0B-48C8-4E65-8467-A8004F97B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785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4D18E-5D33-8B1B-5F26-5FEE35428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CBFE87-6461-E1A0-A101-4E9B012839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90302C-FBE9-5915-F06B-0D11D877C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19605-D8DF-EEA8-4052-9CEBD13D9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D19-ACEE-4404-B3A5-AA135F29F23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60729-3D9D-7FBE-2AB0-80C180E7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EA42D-EA63-CAA2-9B86-DC056108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D0B-48C8-4E65-8467-A8004F97B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489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14A9-0E50-BB3E-A100-4B9447BB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01CAF5-4F46-7D7B-9964-28FD5E55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D2317-918E-4A4C-B909-5D55D5883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D19-ACEE-4404-B3A5-AA135F29F23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9ECB5-29C2-E551-CDBB-D3F446D00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72B76-2E99-6279-A527-539F6CF2B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D0B-48C8-4E65-8467-A8004F97B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62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2A8C75-F028-CFE1-1738-77D210C31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8BD14-D5B4-DD0F-47BB-FDDEBE599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78C79-6F74-E0E8-7753-2F5372A3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73D19-ACEE-4404-B3A5-AA135F29F23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0C40C-34A0-3E75-7AAA-1B163DB34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73FF1-499A-7D25-E249-C97A6DDB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4BD0B-48C8-4E65-8467-A8004F97B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90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7F3150-F593-3EE7-C1EF-9AD72A323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F3B25-136A-EED6-0F26-E55258DA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126B7-1B56-1302-7278-9FC2418137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273D19-ACEE-4404-B3A5-AA135F29F23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C32A3-21FE-82FD-EF95-4C953B1C58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9997A-EEEA-56C8-0EF1-C097EB45B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E4BD0B-48C8-4E65-8467-A8004F97B0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01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98625-B06E-A3C6-4E9F-40382818DD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72B5D-29B4-CA5F-04C0-B24774291C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3C951-C117-5B0D-EC6E-6414FFCC3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421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440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46165-F662-1D44-13B0-ABA57C689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C9A88-6F60-117C-B832-D4B7BD8AA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F6C69F-84A5-ED1E-BDE2-A996FC25A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67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667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FD086-19DB-63F7-B17D-CFC56D31C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CD320-15A2-7ADB-28D6-674AF7551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45421-1D40-E985-C645-980DDFAC6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02305D-870F-A608-C9E6-4176174E8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413"/>
            <a:ext cx="12255013" cy="690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781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F1633-26B4-1440-73F9-5FB7F80F8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3BDD-ED07-965B-1357-30EA819B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5F3D8-46A0-1D6B-B031-40B60A86F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D175C6-0DAC-9C02-EC04-6ADC0E74E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59"/>
            <a:ext cx="12192000" cy="684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395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AE4AF-119B-6EE6-DEC4-831BE954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016F3-301E-E50B-51E9-987EC42E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7F29F-4A17-7883-560F-80BCCDBDB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99617D-92FD-8B93-D893-8E4C921E4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82"/>
            <a:ext cx="12192000" cy="681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97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44F0C-721B-81F3-8C80-C15C78B0B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96E81-6D44-A306-66F1-3BFA6CF0B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C6315-B9D7-77AF-B8DC-794D90FB0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80FC5A-F549-3D42-53CE-4414101E6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49"/>
            <a:ext cx="12192000" cy="683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54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D58FE-77F2-2FCB-4D79-90FE94AAB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203C-36DE-959F-EBAD-06441CB97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2AF3A-F6AE-D648-B3AD-4C42A4C34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CA649F-55AD-A5D9-CB17-67B72ABA9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4187"/>
            <a:ext cx="12221004" cy="691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517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ACD79-2F4D-D8F7-7DA2-2A60033D4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2F814-4E79-04F9-2E45-13151BA91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17B7F-613B-169E-8EAE-E44711226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8F0829-D9EE-A43B-D889-C7F32F775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1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43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632EF-2DDE-5B1E-A384-0D61E1A94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EBD73-5811-6AB0-5D82-EC282D0B9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AFFAB0-A3A2-9424-0D1F-43BFF1901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31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Wei-Chen Wang</dc:creator>
  <cp:lastModifiedBy>Wei-Chen Wang</cp:lastModifiedBy>
  <cp:revision>1</cp:revision>
  <dcterms:created xsi:type="dcterms:W3CDTF">2026-06-25T09:20:10Z</dcterms:created>
  <dcterms:modified xsi:type="dcterms:W3CDTF">2026-06-25T21:32:01Z</dcterms:modified>
</cp:coreProperties>
</file>